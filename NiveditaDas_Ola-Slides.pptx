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1" r:id="rId2"/>
    <p:sldId id="264" r:id="rId3"/>
    <p:sldId id="265" r:id="rId4"/>
    <p:sldId id="266" r:id="rId5"/>
    <p:sldId id="256" r:id="rId6"/>
    <p:sldId id="257" r:id="rId7"/>
    <p:sldId id="259" r:id="rId8"/>
    <p:sldId id="267" r:id="rId9"/>
    <p:sldId id="268" r:id="rId10"/>
    <p:sldId id="270" r:id="rId11"/>
    <p:sldId id="269" r:id="rId12"/>
    <p:sldId id="263" r:id="rId13"/>
    <p:sldId id="262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D4051CD-B8E1-4AFA-A52F-FB819360BF4A}">
          <p14:sldIdLst>
            <p14:sldId id="261"/>
            <p14:sldId id="264"/>
            <p14:sldId id="265"/>
            <p14:sldId id="266"/>
            <p14:sldId id="256"/>
            <p14:sldId id="257"/>
            <p14:sldId id="259"/>
            <p14:sldId id="267"/>
            <p14:sldId id="268"/>
            <p14:sldId id="270"/>
            <p14:sldId id="269"/>
            <p14:sldId id="2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LxMYFPL6U13wdrt3sR43kqoJ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5BCD8-A114-491F-9AC3-C3B8743714D5}" v="31" dt="2026-04-20T15:12:26.018"/>
  </p1510:revLst>
</p1510:revInfo>
</file>

<file path=ppt/tableStyles.xml><?xml version="1.0" encoding="utf-8"?>
<a:tblStyleLst xmlns:a="http://schemas.openxmlformats.org/drawingml/2006/main" def="{88C06543-E3CC-495D-A703-477479BDC3B9}">
  <a:tblStyle styleId="{88C06543-E3CC-495D-A703-477479BDC3B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dita Das" userId="0db932b7e2c6140a" providerId="LiveId" clId="{2A0FE8E5-6510-4721-B901-FE11D0D4DACE}"/>
    <pc:docChg chg="custSel addSld delSld modSld sldOrd addSection delSection modSection">
      <pc:chgData name="Nivedita Das" userId="0db932b7e2c6140a" providerId="LiveId" clId="{2A0FE8E5-6510-4721-B901-FE11D0D4DACE}" dt="2026-04-20T15:20:02.770" v="466" actId="14100"/>
      <pc:docMkLst>
        <pc:docMk/>
      </pc:docMkLst>
      <pc:sldChg chg="addSp delSp modSp mod modNotes">
        <pc:chgData name="Nivedita Das" userId="0db932b7e2c6140a" providerId="LiveId" clId="{2A0FE8E5-6510-4721-B901-FE11D0D4DACE}" dt="2026-04-19T15:32:35.988" v="125" actId="14100"/>
        <pc:sldMkLst>
          <pc:docMk/>
          <pc:sldMk cId="0" sldId="256"/>
        </pc:sldMkLst>
        <pc:picChg chg="add mod">
          <ac:chgData name="Nivedita Das" userId="0db932b7e2c6140a" providerId="LiveId" clId="{2A0FE8E5-6510-4721-B901-FE11D0D4DACE}" dt="2026-04-19T15:32:35.988" v="125" actId="14100"/>
          <ac:picMkLst>
            <pc:docMk/>
            <pc:sldMk cId="0" sldId="256"/>
            <ac:picMk id="3" creationId="{98E206A6-E863-1567-DAA0-D5B6E7E674FF}"/>
          </ac:picMkLst>
        </pc:picChg>
      </pc:sldChg>
      <pc:sldChg chg="addSp delSp modSp mod">
        <pc:chgData name="Nivedita Das" userId="0db932b7e2c6140a" providerId="LiveId" clId="{2A0FE8E5-6510-4721-B901-FE11D0D4DACE}" dt="2026-04-19T15:48:15.981" v="332" actId="14100"/>
        <pc:sldMkLst>
          <pc:docMk/>
          <pc:sldMk cId="0" sldId="257"/>
        </pc:sldMkLst>
        <pc:spChg chg="add del mod">
          <ac:chgData name="Nivedita Das" userId="0db932b7e2c6140a" providerId="LiveId" clId="{2A0FE8E5-6510-4721-B901-FE11D0D4DACE}" dt="2026-04-19T15:47:01.416" v="320" actId="478"/>
          <ac:spMkLst>
            <pc:docMk/>
            <pc:sldMk cId="0" sldId="257"/>
            <ac:spMk id="2" creationId="{600BDFB9-0629-91BC-0DA3-858F603BCDA9}"/>
          </ac:spMkLst>
        </pc:spChg>
        <pc:graphicFrameChg chg="mod modGraphic">
          <ac:chgData name="Nivedita Das" userId="0db932b7e2c6140a" providerId="LiveId" clId="{2A0FE8E5-6510-4721-B901-FE11D0D4DACE}" dt="2026-04-19T15:44:39.836" v="300" actId="1076"/>
          <ac:graphicFrameMkLst>
            <pc:docMk/>
            <pc:sldMk cId="0" sldId="257"/>
            <ac:graphicFrameMk id="118" creationId="{00000000-0000-0000-0000-000000000000}"/>
          </ac:graphicFrameMkLst>
        </pc:graphicFrameChg>
        <pc:picChg chg="add del mod">
          <ac:chgData name="Nivedita Das" userId="0db932b7e2c6140a" providerId="LiveId" clId="{2A0FE8E5-6510-4721-B901-FE11D0D4DACE}" dt="2026-04-19T15:47:12.365" v="326" actId="478"/>
          <ac:picMkLst>
            <pc:docMk/>
            <pc:sldMk cId="0" sldId="257"/>
            <ac:picMk id="11" creationId="{C798FDD2-896E-F631-DE50-55C3533F7A32}"/>
          </ac:picMkLst>
        </pc:picChg>
        <pc:picChg chg="add mod">
          <ac:chgData name="Nivedita Das" userId="0db932b7e2c6140a" providerId="LiveId" clId="{2A0FE8E5-6510-4721-B901-FE11D0D4DACE}" dt="2026-04-19T15:48:15.981" v="332" actId="14100"/>
          <ac:picMkLst>
            <pc:docMk/>
            <pc:sldMk cId="0" sldId="257"/>
            <ac:picMk id="13" creationId="{CE7816A6-869C-CC3F-568F-0364E112D8E8}"/>
          </ac:picMkLst>
        </pc:picChg>
        <pc:picChg chg="mod">
          <ac:chgData name="Nivedita Das" userId="0db932b7e2c6140a" providerId="LiveId" clId="{2A0FE8E5-6510-4721-B901-FE11D0D4DACE}" dt="2026-04-19T15:44:44.120" v="301" actId="1076"/>
          <ac:picMkLst>
            <pc:docMk/>
            <pc:sldMk cId="0" sldId="257"/>
            <ac:picMk id="119" creationId="{00000000-0000-0000-0000-000000000000}"/>
          </ac:picMkLst>
        </pc:picChg>
        <pc:picChg chg="mod">
          <ac:chgData name="Nivedita Das" userId="0db932b7e2c6140a" providerId="LiveId" clId="{2A0FE8E5-6510-4721-B901-FE11D0D4DACE}" dt="2026-04-19T15:44:47.064" v="302" actId="1076"/>
          <ac:picMkLst>
            <pc:docMk/>
            <pc:sldMk cId="0" sldId="257"/>
            <ac:picMk id="120" creationId="{00000000-0000-0000-0000-000000000000}"/>
          </ac:picMkLst>
        </pc:picChg>
        <pc:picChg chg="mod">
          <ac:chgData name="Nivedita Das" userId="0db932b7e2c6140a" providerId="LiveId" clId="{2A0FE8E5-6510-4721-B901-FE11D0D4DACE}" dt="2026-04-19T15:44:49.673" v="303" actId="1076"/>
          <ac:picMkLst>
            <pc:docMk/>
            <pc:sldMk cId="0" sldId="257"/>
            <ac:picMk id="121" creationId="{00000000-0000-0000-0000-000000000000}"/>
          </ac:picMkLst>
        </pc:picChg>
        <pc:picChg chg="mod">
          <ac:chgData name="Nivedita Das" userId="0db932b7e2c6140a" providerId="LiveId" clId="{2A0FE8E5-6510-4721-B901-FE11D0D4DACE}" dt="2026-04-19T15:44:51.507" v="304" actId="1076"/>
          <ac:picMkLst>
            <pc:docMk/>
            <pc:sldMk cId="0" sldId="257"/>
            <ac:picMk id="122" creationId="{00000000-0000-0000-0000-000000000000}"/>
          </ac:picMkLst>
        </pc:picChg>
        <pc:picChg chg="mod">
          <ac:chgData name="Nivedita Das" userId="0db932b7e2c6140a" providerId="LiveId" clId="{2A0FE8E5-6510-4721-B901-FE11D0D4DACE}" dt="2026-04-19T15:45:05.943" v="308" actId="14100"/>
          <ac:picMkLst>
            <pc:docMk/>
            <pc:sldMk cId="0" sldId="257"/>
            <ac:picMk id="123" creationId="{00000000-0000-0000-0000-000000000000}"/>
          </ac:picMkLst>
        </pc:picChg>
        <pc:picChg chg="mod">
          <ac:chgData name="Nivedita Das" userId="0db932b7e2c6140a" providerId="LiveId" clId="{2A0FE8E5-6510-4721-B901-FE11D0D4DACE}" dt="2026-04-19T15:44:56.847" v="306" actId="1076"/>
          <ac:picMkLst>
            <pc:docMk/>
            <pc:sldMk cId="0" sldId="257"/>
            <ac:picMk id="124" creationId="{00000000-0000-0000-0000-000000000000}"/>
          </ac:picMkLst>
        </pc:picChg>
        <pc:picChg chg="mod">
          <ac:chgData name="Nivedita Das" userId="0db932b7e2c6140a" providerId="LiveId" clId="{2A0FE8E5-6510-4721-B901-FE11D0D4DACE}" dt="2026-04-19T15:45:00.077" v="307" actId="1076"/>
          <ac:picMkLst>
            <pc:docMk/>
            <pc:sldMk cId="0" sldId="257"/>
            <ac:picMk id="125" creationId="{00000000-0000-0000-0000-000000000000}"/>
          </ac:picMkLst>
        </pc:picChg>
        <pc:cxnChg chg="add del">
          <ac:chgData name="Nivedita Das" userId="0db932b7e2c6140a" providerId="LiveId" clId="{2A0FE8E5-6510-4721-B901-FE11D0D4DACE}" dt="2026-04-19T15:47:03.957" v="321" actId="478"/>
          <ac:cxnSpMkLst>
            <pc:docMk/>
            <pc:sldMk cId="0" sldId="257"/>
            <ac:cxnSpMk id="4" creationId="{61547340-93B5-14CB-30BB-8217B647473D}"/>
          </ac:cxnSpMkLst>
        </pc:cxnChg>
        <pc:cxnChg chg="add del">
          <ac:chgData name="Nivedita Das" userId="0db932b7e2c6140a" providerId="LiveId" clId="{2A0FE8E5-6510-4721-B901-FE11D0D4DACE}" dt="2026-04-19T15:47:05.804" v="322" actId="478"/>
          <ac:cxnSpMkLst>
            <pc:docMk/>
            <pc:sldMk cId="0" sldId="257"/>
            <ac:cxnSpMk id="6" creationId="{1FD1C9B1-9516-B4FF-67EA-EFB812478F30}"/>
          </ac:cxnSpMkLst>
        </pc:cxnChg>
        <pc:cxnChg chg="add del">
          <ac:chgData name="Nivedita Das" userId="0db932b7e2c6140a" providerId="LiveId" clId="{2A0FE8E5-6510-4721-B901-FE11D0D4DACE}" dt="2026-04-19T15:47:07.958" v="323" actId="478"/>
          <ac:cxnSpMkLst>
            <pc:docMk/>
            <pc:sldMk cId="0" sldId="257"/>
            <ac:cxnSpMk id="8" creationId="{89459289-F695-A07A-4BB9-2B24CC259895}"/>
          </ac:cxnSpMkLst>
        </pc:cxnChg>
        <pc:cxnChg chg="add del mod">
          <ac:chgData name="Nivedita Das" userId="0db932b7e2c6140a" providerId="LiveId" clId="{2A0FE8E5-6510-4721-B901-FE11D0D4DACE}" dt="2026-04-19T15:47:10.135" v="325" actId="478"/>
          <ac:cxnSpMkLst>
            <pc:docMk/>
            <pc:sldMk cId="0" sldId="257"/>
            <ac:cxnSpMk id="10" creationId="{6D841495-798A-AE71-CA00-D218A9320AED}"/>
          </ac:cxnSpMkLst>
        </pc:cxnChg>
      </pc:sldChg>
      <pc:sldChg chg="addSp modSp del mod">
        <pc:chgData name="Nivedita Das" userId="0db932b7e2c6140a" providerId="LiveId" clId="{2A0FE8E5-6510-4721-B901-FE11D0D4DACE}" dt="2026-04-19T16:26:49.901" v="396" actId="2696"/>
        <pc:sldMkLst>
          <pc:docMk/>
          <pc:sldMk cId="0" sldId="258"/>
        </pc:sldMkLst>
        <pc:picChg chg="add mod">
          <ac:chgData name="Nivedita Das" userId="0db932b7e2c6140a" providerId="LiveId" clId="{2A0FE8E5-6510-4721-B901-FE11D0D4DACE}" dt="2026-04-19T15:51:19.854" v="336" actId="14100"/>
          <ac:picMkLst>
            <pc:docMk/>
            <pc:sldMk cId="0" sldId="258"/>
            <ac:picMk id="3" creationId="{01908177-D208-301C-3B62-D7598F833894}"/>
          </ac:picMkLst>
        </pc:picChg>
      </pc:sldChg>
      <pc:sldChg chg="addSp delSp modSp mod">
        <pc:chgData name="Nivedita Das" userId="0db932b7e2c6140a" providerId="LiveId" clId="{2A0FE8E5-6510-4721-B901-FE11D0D4DACE}" dt="2026-04-20T15:12:26.018" v="459"/>
        <pc:sldMkLst>
          <pc:docMk/>
          <pc:sldMk cId="0" sldId="259"/>
        </pc:sldMkLst>
        <pc:spChg chg="del">
          <ac:chgData name="Nivedita Das" userId="0db932b7e2c6140a" providerId="LiveId" clId="{2A0FE8E5-6510-4721-B901-FE11D0D4DACE}" dt="2026-04-19T15:55:21.456" v="337" actId="478"/>
          <ac:spMkLst>
            <pc:docMk/>
            <pc:sldMk cId="0" sldId="259"/>
            <ac:spMk id="149" creationId="{00000000-0000-0000-0000-000000000000}"/>
          </ac:spMkLst>
        </pc:spChg>
        <pc:picChg chg="add mod">
          <ac:chgData name="Nivedita Das" userId="0db932b7e2c6140a" providerId="LiveId" clId="{2A0FE8E5-6510-4721-B901-FE11D0D4DACE}" dt="2026-04-20T15:12:26.018" v="459"/>
          <ac:picMkLst>
            <pc:docMk/>
            <pc:sldMk cId="0" sldId="259"/>
            <ac:picMk id="2" creationId="{2FC22DD1-E5B0-F00E-DE14-6EACF643775C}"/>
          </ac:picMkLst>
        </pc:picChg>
        <pc:picChg chg="add del mod">
          <ac:chgData name="Nivedita Das" userId="0db932b7e2c6140a" providerId="LiveId" clId="{2A0FE8E5-6510-4721-B901-FE11D0D4DACE}" dt="2026-04-20T15:12:12.954" v="456" actId="21"/>
          <ac:picMkLst>
            <pc:docMk/>
            <pc:sldMk cId="0" sldId="259"/>
            <ac:picMk id="3" creationId="{2FC22DD1-E5B0-F00E-DE14-6EACF643775C}"/>
          </ac:picMkLst>
        </pc:picChg>
        <pc:picChg chg="del">
          <ac:chgData name="Nivedita Das" userId="0db932b7e2c6140a" providerId="LiveId" clId="{2A0FE8E5-6510-4721-B901-FE11D0D4DACE}" dt="2026-04-19T15:55:23.864" v="338" actId="478"/>
          <ac:picMkLst>
            <pc:docMk/>
            <pc:sldMk cId="0" sldId="259"/>
            <ac:picMk id="162" creationId="{00000000-0000-0000-0000-000000000000}"/>
          </ac:picMkLst>
        </pc:picChg>
        <pc:picChg chg="del">
          <ac:chgData name="Nivedita Das" userId="0db932b7e2c6140a" providerId="LiveId" clId="{2A0FE8E5-6510-4721-B901-FE11D0D4DACE}" dt="2026-04-19T15:55:31.739" v="342" actId="478"/>
          <ac:picMkLst>
            <pc:docMk/>
            <pc:sldMk cId="0" sldId="259"/>
            <ac:picMk id="163" creationId="{00000000-0000-0000-0000-000000000000}"/>
          </ac:picMkLst>
        </pc:picChg>
      </pc:sldChg>
      <pc:sldChg chg="del">
        <pc:chgData name="Nivedita Das" userId="0db932b7e2c6140a" providerId="LiveId" clId="{2A0FE8E5-6510-4721-B901-FE11D0D4DACE}" dt="2026-04-19T15:18:44.580" v="42" actId="2696"/>
        <pc:sldMkLst>
          <pc:docMk/>
          <pc:sldMk cId="0" sldId="260"/>
        </pc:sldMkLst>
      </pc:sldChg>
      <pc:sldChg chg="add del setBg">
        <pc:chgData name="Nivedita Das" userId="0db932b7e2c6140a" providerId="LiveId" clId="{2A0FE8E5-6510-4721-B901-FE11D0D4DACE}" dt="2026-04-19T15:19:10.651" v="48" actId="2696"/>
        <pc:sldMkLst>
          <pc:docMk/>
          <pc:sldMk cId="2187223422" sldId="260"/>
        </pc:sldMkLst>
      </pc:sldChg>
      <pc:sldChg chg="addSp delSp modSp new mod ord modClrScheme chgLayout">
        <pc:chgData name="Nivedita Das" userId="0db932b7e2c6140a" providerId="LiveId" clId="{2A0FE8E5-6510-4721-B901-FE11D0D4DACE}" dt="2026-04-17T13:06:01.640" v="40" actId="113"/>
        <pc:sldMkLst>
          <pc:docMk/>
          <pc:sldMk cId="3985064268" sldId="261"/>
        </pc:sldMkLst>
        <pc:spChg chg="add mod">
          <ac:chgData name="Nivedita Das" userId="0db932b7e2c6140a" providerId="LiveId" clId="{2A0FE8E5-6510-4721-B901-FE11D0D4DACE}" dt="2026-04-17T13:03:41.133" v="10" actId="113"/>
          <ac:spMkLst>
            <pc:docMk/>
            <pc:sldMk cId="3985064268" sldId="261"/>
            <ac:spMk id="5" creationId="{AC797D47-284F-8ED0-C5A0-4D084015682E}"/>
          </ac:spMkLst>
        </pc:spChg>
        <pc:spChg chg="add mod">
          <ac:chgData name="Nivedita Das" userId="0db932b7e2c6140a" providerId="LiveId" clId="{2A0FE8E5-6510-4721-B901-FE11D0D4DACE}" dt="2026-04-17T13:04:31.500" v="33" actId="113"/>
          <ac:spMkLst>
            <pc:docMk/>
            <pc:sldMk cId="3985064268" sldId="261"/>
            <ac:spMk id="6" creationId="{76B1C69D-85B9-6581-49DF-91576D4A6E80}"/>
          </ac:spMkLst>
        </pc:spChg>
        <pc:spChg chg="add mod">
          <ac:chgData name="Nivedita Das" userId="0db932b7e2c6140a" providerId="LiveId" clId="{2A0FE8E5-6510-4721-B901-FE11D0D4DACE}" dt="2026-04-17T13:06:01.640" v="40" actId="113"/>
          <ac:spMkLst>
            <pc:docMk/>
            <pc:sldMk cId="3985064268" sldId="261"/>
            <ac:spMk id="8" creationId="{9407BED6-235B-2E7D-E5B0-8E1153A390BA}"/>
          </ac:spMkLst>
        </pc:spChg>
      </pc:sldChg>
      <pc:sldChg chg="addSp delSp modSp new mod ord modClrScheme chgLayout">
        <pc:chgData name="Nivedita Das" userId="0db932b7e2c6140a" providerId="LiveId" clId="{2A0FE8E5-6510-4721-B901-FE11D0D4DACE}" dt="2026-04-19T15:28:27.812" v="121" actId="123"/>
        <pc:sldMkLst>
          <pc:docMk/>
          <pc:sldMk cId="3162272978" sldId="262"/>
        </pc:sldMkLst>
        <pc:spChg chg="del">
          <ac:chgData name="Nivedita Das" userId="0db932b7e2c6140a" providerId="LiveId" clId="{2A0FE8E5-6510-4721-B901-FE11D0D4DACE}" dt="2026-04-19T15:19:28.788" v="51" actId="700"/>
          <ac:spMkLst>
            <pc:docMk/>
            <pc:sldMk cId="3162272978" sldId="262"/>
            <ac:spMk id="2" creationId="{ED6B6E61-54B8-81D5-BE2A-B5D315671EF6}"/>
          </ac:spMkLst>
        </pc:spChg>
        <pc:spChg chg="del">
          <ac:chgData name="Nivedita Das" userId="0db932b7e2c6140a" providerId="LiveId" clId="{2A0FE8E5-6510-4721-B901-FE11D0D4DACE}" dt="2026-04-19T15:19:28.788" v="51" actId="700"/>
          <ac:spMkLst>
            <pc:docMk/>
            <pc:sldMk cId="3162272978" sldId="262"/>
            <ac:spMk id="3" creationId="{F9C3C62E-943E-D3E3-8C7C-9CE95D43BDFC}"/>
          </ac:spMkLst>
        </pc:spChg>
        <pc:spChg chg="add mod">
          <ac:chgData name="Nivedita Das" userId="0db932b7e2c6140a" providerId="LiveId" clId="{2A0FE8E5-6510-4721-B901-FE11D0D4DACE}" dt="2026-04-19T15:19:54.546" v="66" actId="1076"/>
          <ac:spMkLst>
            <pc:docMk/>
            <pc:sldMk cId="3162272978" sldId="262"/>
            <ac:spMk id="4" creationId="{076A11DF-D8D8-7352-45F3-F5AEC6052848}"/>
          </ac:spMkLst>
        </pc:spChg>
        <pc:spChg chg="add mod">
          <ac:chgData name="Nivedita Das" userId="0db932b7e2c6140a" providerId="LiveId" clId="{2A0FE8E5-6510-4721-B901-FE11D0D4DACE}" dt="2026-04-19T15:28:27.812" v="121" actId="123"/>
          <ac:spMkLst>
            <pc:docMk/>
            <pc:sldMk cId="3162272978" sldId="262"/>
            <ac:spMk id="6" creationId="{2AD18DDD-0B0E-50B0-ACE4-A759D2147B2B}"/>
          </ac:spMkLst>
        </pc:spChg>
      </pc:sldChg>
      <pc:sldChg chg="addSp delSp modSp add mod">
        <pc:chgData name="Nivedita Das" userId="0db932b7e2c6140a" providerId="LiveId" clId="{2A0FE8E5-6510-4721-B901-FE11D0D4DACE}" dt="2026-04-19T16:29:53.625" v="454" actId="14100"/>
        <pc:sldMkLst>
          <pc:docMk/>
          <pc:sldMk cId="1287043503" sldId="263"/>
        </pc:sldMkLst>
        <pc:graphicFrameChg chg="del">
          <ac:chgData name="Nivedita Das" userId="0db932b7e2c6140a" providerId="LiveId" clId="{2A0FE8E5-6510-4721-B901-FE11D0D4DACE}" dt="2026-04-19T16:29:02.456" v="430" actId="478"/>
          <ac:graphicFrameMkLst>
            <pc:docMk/>
            <pc:sldMk cId="1287043503" sldId="263"/>
            <ac:graphicFrameMk id="168" creationId="{9F50F927-6993-4424-B55F-7B14CFC13AC1}"/>
          </ac:graphicFrameMkLst>
        </pc:graphicFrameChg>
        <pc:graphicFrameChg chg="del">
          <ac:chgData name="Nivedita Das" userId="0db932b7e2c6140a" providerId="LiveId" clId="{2A0FE8E5-6510-4721-B901-FE11D0D4DACE}" dt="2026-04-19T16:29:21.333" v="445" actId="478"/>
          <ac:graphicFrameMkLst>
            <pc:docMk/>
            <pc:sldMk cId="1287043503" sldId="263"/>
            <ac:graphicFrameMk id="191" creationId="{597B7491-3004-6230-8CA3-89784B7D363F}"/>
          </ac:graphicFrameMkLst>
        </pc:graphicFrameChg>
        <pc:picChg chg="add del mod">
          <ac:chgData name="Nivedita Das" userId="0db932b7e2c6140a" providerId="LiveId" clId="{2A0FE8E5-6510-4721-B901-FE11D0D4DACE}" dt="2026-04-19T16:06:49.655" v="351" actId="478"/>
          <ac:picMkLst>
            <pc:docMk/>
            <pc:sldMk cId="1287043503" sldId="263"/>
            <ac:picMk id="3" creationId="{62C5522D-527F-17AD-F696-8900C97E3BD2}"/>
          </ac:picMkLst>
        </pc:picChg>
        <pc:picChg chg="add mod">
          <ac:chgData name="Nivedita Das" userId="0db932b7e2c6140a" providerId="LiveId" clId="{2A0FE8E5-6510-4721-B901-FE11D0D4DACE}" dt="2026-04-19T16:29:53.625" v="454" actId="14100"/>
          <ac:picMkLst>
            <pc:docMk/>
            <pc:sldMk cId="1287043503" sldId="263"/>
            <ac:picMk id="3" creationId="{FF95F758-60B6-A617-1C7E-A054D6931066}"/>
          </ac:picMkLst>
        </pc:picChg>
        <pc:picChg chg="add del mod">
          <ac:chgData name="Nivedita Das" userId="0db932b7e2c6140a" providerId="LiveId" clId="{2A0FE8E5-6510-4721-B901-FE11D0D4DACE}" dt="2026-04-19T16:28:57.394" v="429" actId="478"/>
          <ac:picMkLst>
            <pc:docMk/>
            <pc:sldMk cId="1287043503" sldId="263"/>
            <ac:picMk id="5" creationId="{89BB930C-D05F-3723-7639-D129B07F4DCC}"/>
          </ac:picMkLst>
        </pc:picChg>
        <pc:picChg chg="del">
          <ac:chgData name="Nivedita Das" userId="0db932b7e2c6140a" providerId="LiveId" clId="{2A0FE8E5-6510-4721-B901-FE11D0D4DACE}" dt="2026-04-19T16:29:05.318" v="431" actId="478"/>
          <ac:picMkLst>
            <pc:docMk/>
            <pc:sldMk cId="1287043503" sldId="263"/>
            <ac:picMk id="184" creationId="{71FB5167-3554-03B5-E5D9-C13380ECBE83}"/>
          </ac:picMkLst>
        </pc:picChg>
        <pc:picChg chg="del">
          <ac:chgData name="Nivedita Das" userId="0db932b7e2c6140a" providerId="LiveId" clId="{2A0FE8E5-6510-4721-B901-FE11D0D4DACE}" dt="2026-04-19T16:29:06.225" v="432" actId="478"/>
          <ac:picMkLst>
            <pc:docMk/>
            <pc:sldMk cId="1287043503" sldId="263"/>
            <ac:picMk id="185" creationId="{A4513006-8459-0836-2769-4E25B06167BC}"/>
          </ac:picMkLst>
        </pc:picChg>
        <pc:picChg chg="del">
          <ac:chgData name="Nivedita Das" userId="0db932b7e2c6140a" providerId="LiveId" clId="{2A0FE8E5-6510-4721-B901-FE11D0D4DACE}" dt="2026-04-19T16:29:08.026" v="434" actId="478"/>
          <ac:picMkLst>
            <pc:docMk/>
            <pc:sldMk cId="1287043503" sldId="263"/>
            <ac:picMk id="186" creationId="{564B4164-44FF-C35E-6692-2301E24879A0}"/>
          </ac:picMkLst>
        </pc:picChg>
        <pc:picChg chg="del">
          <ac:chgData name="Nivedita Das" userId="0db932b7e2c6140a" providerId="LiveId" clId="{2A0FE8E5-6510-4721-B901-FE11D0D4DACE}" dt="2026-04-19T16:29:08.934" v="435" actId="478"/>
          <ac:picMkLst>
            <pc:docMk/>
            <pc:sldMk cId="1287043503" sldId="263"/>
            <ac:picMk id="187" creationId="{8A9890B7-76B4-64ED-419C-272433AD0118}"/>
          </ac:picMkLst>
        </pc:picChg>
        <pc:picChg chg="del">
          <ac:chgData name="Nivedita Das" userId="0db932b7e2c6140a" providerId="LiveId" clId="{2A0FE8E5-6510-4721-B901-FE11D0D4DACE}" dt="2026-04-19T16:29:09.725" v="436" actId="478"/>
          <ac:picMkLst>
            <pc:docMk/>
            <pc:sldMk cId="1287043503" sldId="263"/>
            <ac:picMk id="188" creationId="{544758D7-FF76-6B49-1C89-CF0FC68A0F88}"/>
          </ac:picMkLst>
        </pc:picChg>
        <pc:picChg chg="del">
          <ac:chgData name="Nivedita Das" userId="0db932b7e2c6140a" providerId="LiveId" clId="{2A0FE8E5-6510-4721-B901-FE11D0D4DACE}" dt="2026-04-19T16:29:10.635" v="437" actId="478"/>
          <ac:picMkLst>
            <pc:docMk/>
            <pc:sldMk cId="1287043503" sldId="263"/>
            <ac:picMk id="189" creationId="{BC3CBFD6-DCC0-7DF7-AEAE-DDDA93C11449}"/>
          </ac:picMkLst>
        </pc:picChg>
        <pc:picChg chg="del">
          <ac:chgData name="Nivedita Das" userId="0db932b7e2c6140a" providerId="LiveId" clId="{2A0FE8E5-6510-4721-B901-FE11D0D4DACE}" dt="2026-04-19T16:29:07.211" v="433" actId="478"/>
          <ac:picMkLst>
            <pc:docMk/>
            <pc:sldMk cId="1287043503" sldId="263"/>
            <ac:picMk id="190" creationId="{2F2E463F-7279-F405-5133-B7DA1D95EF08}"/>
          </ac:picMkLst>
        </pc:picChg>
        <pc:picChg chg="del">
          <ac:chgData name="Nivedita Das" userId="0db932b7e2c6140a" providerId="LiveId" clId="{2A0FE8E5-6510-4721-B901-FE11D0D4DACE}" dt="2026-04-19T16:29:12.185" v="438" actId="478"/>
          <ac:picMkLst>
            <pc:docMk/>
            <pc:sldMk cId="1287043503" sldId="263"/>
            <ac:picMk id="192" creationId="{001C1998-CDBD-064C-1FC4-2B1F06F9D0CB}"/>
          </ac:picMkLst>
        </pc:picChg>
        <pc:picChg chg="del">
          <ac:chgData name="Nivedita Das" userId="0db932b7e2c6140a" providerId="LiveId" clId="{2A0FE8E5-6510-4721-B901-FE11D0D4DACE}" dt="2026-04-19T16:29:12.839" v="439" actId="478"/>
          <ac:picMkLst>
            <pc:docMk/>
            <pc:sldMk cId="1287043503" sldId="263"/>
            <ac:picMk id="193" creationId="{425FD65D-21D8-7DCE-E489-5EF3AC1181C5}"/>
          </ac:picMkLst>
        </pc:picChg>
        <pc:picChg chg="del">
          <ac:chgData name="Nivedita Das" userId="0db932b7e2c6140a" providerId="LiveId" clId="{2A0FE8E5-6510-4721-B901-FE11D0D4DACE}" dt="2026-04-19T16:29:14.318" v="441" actId="478"/>
          <ac:picMkLst>
            <pc:docMk/>
            <pc:sldMk cId="1287043503" sldId="263"/>
            <ac:picMk id="194" creationId="{28B4A6FF-4A81-DB20-D508-64055BE762E0}"/>
          </ac:picMkLst>
        </pc:picChg>
        <pc:picChg chg="del">
          <ac:chgData name="Nivedita Das" userId="0db932b7e2c6140a" providerId="LiveId" clId="{2A0FE8E5-6510-4721-B901-FE11D0D4DACE}" dt="2026-04-19T16:29:14.991" v="442" actId="478"/>
          <ac:picMkLst>
            <pc:docMk/>
            <pc:sldMk cId="1287043503" sldId="263"/>
            <ac:picMk id="195" creationId="{E93C114B-AFFD-C8AB-ACAD-548A0FAAB9A9}"/>
          </ac:picMkLst>
        </pc:picChg>
        <pc:picChg chg="del">
          <ac:chgData name="Nivedita Das" userId="0db932b7e2c6140a" providerId="LiveId" clId="{2A0FE8E5-6510-4721-B901-FE11D0D4DACE}" dt="2026-04-19T16:29:15.862" v="443" actId="478"/>
          <ac:picMkLst>
            <pc:docMk/>
            <pc:sldMk cId="1287043503" sldId="263"/>
            <ac:picMk id="196" creationId="{0226473C-E894-90C6-6C75-1EBFE13361E9}"/>
          </ac:picMkLst>
        </pc:picChg>
        <pc:picChg chg="del">
          <ac:chgData name="Nivedita Das" userId="0db932b7e2c6140a" providerId="LiveId" clId="{2A0FE8E5-6510-4721-B901-FE11D0D4DACE}" dt="2026-04-19T16:29:16.705" v="444" actId="478"/>
          <ac:picMkLst>
            <pc:docMk/>
            <pc:sldMk cId="1287043503" sldId="263"/>
            <ac:picMk id="197" creationId="{B2E4ECFE-69F2-EBE0-4FE2-499FC000CBCE}"/>
          </ac:picMkLst>
        </pc:picChg>
        <pc:picChg chg="del">
          <ac:chgData name="Nivedita Das" userId="0db932b7e2c6140a" providerId="LiveId" clId="{2A0FE8E5-6510-4721-B901-FE11D0D4DACE}" dt="2026-04-19T16:29:13.564" v="440" actId="478"/>
          <ac:picMkLst>
            <pc:docMk/>
            <pc:sldMk cId="1287043503" sldId="263"/>
            <ac:picMk id="198" creationId="{E16BCCC1-B23F-E0C6-8257-A8D06EA21E3E}"/>
          </ac:picMkLst>
        </pc:picChg>
      </pc:sldChg>
      <pc:sldChg chg="modSp add mod">
        <pc:chgData name="Nivedita Das" userId="0db932b7e2c6140a" providerId="LiveId" clId="{2A0FE8E5-6510-4721-B901-FE11D0D4DACE}" dt="2026-04-19T16:26:13.376" v="395" actId="2711"/>
        <pc:sldMkLst>
          <pc:docMk/>
          <pc:sldMk cId="0" sldId="264"/>
        </pc:sldMkLst>
        <pc:spChg chg="mod">
          <ac:chgData name="Nivedita Das" userId="0db932b7e2c6140a" providerId="LiveId" clId="{2A0FE8E5-6510-4721-B901-FE11D0D4DACE}" dt="2026-04-19T16:26:05.735" v="394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Nivedita Das" userId="0db932b7e2c6140a" providerId="LiveId" clId="{2A0FE8E5-6510-4721-B901-FE11D0D4DACE}" dt="2026-04-19T16:26:13.376" v="395" actId="2711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Nivedita Das" userId="0db932b7e2c6140a" providerId="LiveId" clId="{2A0FE8E5-6510-4721-B901-FE11D0D4DACE}" dt="2026-04-19T16:25:56.475" v="393" actId="20577"/>
        <pc:sldMkLst>
          <pc:docMk/>
          <pc:sldMk cId="0" sldId="265"/>
        </pc:sldMkLst>
        <pc:spChg chg="mod">
          <ac:chgData name="Nivedita Das" userId="0db932b7e2c6140a" providerId="LiveId" clId="{2A0FE8E5-6510-4721-B901-FE11D0D4DACE}" dt="2026-04-19T16:25:44.631" v="389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Nivedita Das" userId="0db932b7e2c6140a" providerId="LiveId" clId="{2A0FE8E5-6510-4721-B901-FE11D0D4DACE}" dt="2026-04-19T16:25:56.475" v="393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add mod">
        <pc:chgData name="Nivedita Das" userId="0db932b7e2c6140a" providerId="LiveId" clId="{2A0FE8E5-6510-4721-B901-FE11D0D4DACE}" dt="2026-04-19T16:25:34.565" v="388" actId="2711"/>
        <pc:sldMkLst>
          <pc:docMk/>
          <pc:sldMk cId="0" sldId="266"/>
        </pc:sldMkLst>
        <pc:spChg chg="mod">
          <ac:chgData name="Nivedita Das" userId="0db932b7e2c6140a" providerId="LiveId" clId="{2A0FE8E5-6510-4721-B901-FE11D0D4DACE}" dt="2026-04-19T16:25:27.490" v="387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Nivedita Das" userId="0db932b7e2c6140a" providerId="LiveId" clId="{2A0FE8E5-6510-4721-B901-FE11D0D4DACE}" dt="2026-04-19T16:25:34.565" v="388" actId="2711"/>
          <ac:spMkLst>
            <pc:docMk/>
            <pc:sldMk cId="0" sldId="266"/>
            <ac:spMk id="3" creationId="{00000000-0000-0000-0000-000000000000}"/>
          </ac:spMkLst>
        </pc:spChg>
      </pc:sldChg>
      <pc:sldChg chg="add del">
        <pc:chgData name="Nivedita Das" userId="0db932b7e2c6140a" providerId="LiveId" clId="{2A0FE8E5-6510-4721-B901-FE11D0D4DACE}" dt="2026-04-19T15:27:24.163" v="111" actId="2696"/>
        <pc:sldMkLst>
          <pc:docMk/>
          <pc:sldMk cId="0" sldId="267"/>
        </pc:sldMkLst>
      </pc:sldChg>
      <pc:sldChg chg="modSp add mod">
        <pc:chgData name="Nivedita Das" userId="0db932b7e2c6140a" providerId="LiveId" clId="{2A0FE8E5-6510-4721-B901-FE11D0D4DACE}" dt="2026-04-19T16:27:19.204" v="405" actId="2711"/>
        <pc:sldMkLst>
          <pc:docMk/>
          <pc:sldMk cId="1276401217" sldId="267"/>
        </pc:sldMkLst>
        <pc:spChg chg="mod">
          <ac:chgData name="Nivedita Das" userId="0db932b7e2c6140a" providerId="LiveId" clId="{2A0FE8E5-6510-4721-B901-FE11D0D4DACE}" dt="2026-04-19T16:26:57.866" v="397" actId="2711"/>
          <ac:spMkLst>
            <pc:docMk/>
            <pc:sldMk cId="1276401217" sldId="267"/>
            <ac:spMk id="2" creationId="{00000000-0000-0000-0000-000000000000}"/>
          </ac:spMkLst>
        </pc:spChg>
        <pc:spChg chg="mod">
          <ac:chgData name="Nivedita Das" userId="0db932b7e2c6140a" providerId="LiveId" clId="{2A0FE8E5-6510-4721-B901-FE11D0D4DACE}" dt="2026-04-19T16:27:19.204" v="405" actId="2711"/>
          <ac:spMkLst>
            <pc:docMk/>
            <pc:sldMk cId="1276401217" sldId="267"/>
            <ac:spMk id="3" creationId="{00000000-0000-0000-0000-000000000000}"/>
          </ac:spMkLst>
        </pc:spChg>
      </pc:sldChg>
      <pc:sldChg chg="modSp add mod">
        <pc:chgData name="Nivedita Das" userId="0db932b7e2c6140a" providerId="LiveId" clId="{2A0FE8E5-6510-4721-B901-FE11D0D4DACE}" dt="2026-04-19T16:27:43.239" v="414" actId="20577"/>
        <pc:sldMkLst>
          <pc:docMk/>
          <pc:sldMk cId="0" sldId="268"/>
        </pc:sldMkLst>
        <pc:spChg chg="mod">
          <ac:chgData name="Nivedita Das" userId="0db932b7e2c6140a" providerId="LiveId" clId="{2A0FE8E5-6510-4721-B901-FE11D0D4DACE}" dt="2026-04-19T16:27:27.670" v="406" actId="2711"/>
          <ac:spMkLst>
            <pc:docMk/>
            <pc:sldMk cId="0" sldId="268"/>
            <ac:spMk id="2" creationId="{00000000-0000-0000-0000-000000000000}"/>
          </ac:spMkLst>
        </pc:spChg>
        <pc:spChg chg="mod">
          <ac:chgData name="Nivedita Das" userId="0db932b7e2c6140a" providerId="LiveId" clId="{2A0FE8E5-6510-4721-B901-FE11D0D4DACE}" dt="2026-04-19T16:27:43.239" v="41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add mod">
        <pc:chgData name="Nivedita Das" userId="0db932b7e2c6140a" providerId="LiveId" clId="{2A0FE8E5-6510-4721-B901-FE11D0D4DACE}" dt="2026-04-19T16:28:15.619" v="427" actId="2711"/>
        <pc:sldMkLst>
          <pc:docMk/>
          <pc:sldMk cId="0" sldId="269"/>
        </pc:sldMkLst>
        <pc:spChg chg="mod">
          <ac:chgData name="Nivedita Das" userId="0db932b7e2c6140a" providerId="LiveId" clId="{2A0FE8E5-6510-4721-B901-FE11D0D4DACE}" dt="2026-04-19T16:28:15.619" v="427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Nivedita Das" userId="0db932b7e2c6140a" providerId="LiveId" clId="{2A0FE8E5-6510-4721-B901-FE11D0D4DACE}" dt="2026-04-19T16:28:10.415" v="426" actId="2711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add mod setBg modNotes">
        <pc:chgData name="Nivedita Das" userId="0db932b7e2c6140a" providerId="LiveId" clId="{2A0FE8E5-6510-4721-B901-FE11D0D4DACE}" dt="2026-04-20T15:20:02.770" v="466" actId="14100"/>
        <pc:sldMkLst>
          <pc:docMk/>
          <pc:sldMk cId="0" sldId="270"/>
        </pc:sldMkLst>
        <pc:picChg chg="add del mod">
          <ac:chgData name="Nivedita Das" userId="0db932b7e2c6140a" providerId="LiveId" clId="{2A0FE8E5-6510-4721-B901-FE11D0D4DACE}" dt="2026-04-20T15:12:23.090" v="458" actId="21"/>
          <ac:picMkLst>
            <pc:docMk/>
            <pc:sldMk cId="0" sldId="270"/>
            <ac:picMk id="3" creationId="{2FC22DD1-E5B0-F00E-DE14-6EACF643775C}"/>
          </ac:picMkLst>
        </pc:picChg>
        <pc:picChg chg="add mod">
          <ac:chgData name="Nivedita Das" userId="0db932b7e2c6140a" providerId="LiveId" clId="{2A0FE8E5-6510-4721-B901-FE11D0D4DACE}" dt="2026-04-20T15:20:02.770" v="466" actId="14100"/>
          <ac:picMkLst>
            <pc:docMk/>
            <pc:sldMk cId="0" sldId="270"/>
            <ac:picMk id="4" creationId="{4A59A387-E844-B246-F035-8E4596B452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22CD54A-C30E-BB3F-0CA1-E76E4333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>
            <a:extLst>
              <a:ext uri="{FF2B5EF4-FFF2-40B4-BE49-F238E27FC236}">
                <a16:creationId xmlns:a16="http://schemas.microsoft.com/office/drawing/2014/main" id="{D2A1B442-6AFC-3968-35B7-F75A99CFF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id="{47C559AE-B292-9D0C-B4D1-AB181FB47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334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21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797D47-284F-8ED0-C5A0-4D084015682E}"/>
              </a:ext>
            </a:extLst>
          </p:cNvPr>
          <p:cNvSpPr txBox="1"/>
          <p:nvPr/>
        </p:nvSpPr>
        <p:spPr>
          <a:xfrm>
            <a:off x="3984171" y="104354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OLA Ride Insights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1C69D-85B9-6581-49DF-91576D4A6E80}"/>
              </a:ext>
            </a:extLst>
          </p:cNvPr>
          <p:cNvSpPr txBox="1"/>
          <p:nvPr/>
        </p:nvSpPr>
        <p:spPr>
          <a:xfrm>
            <a:off x="4844143" y="4430486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Name: Nivedita Das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7BED6-235B-2E7D-E5B0-8E1153A390BA}"/>
              </a:ext>
            </a:extLst>
          </p:cNvPr>
          <p:cNvSpPr txBox="1"/>
          <p:nvPr/>
        </p:nvSpPr>
        <p:spPr>
          <a:xfrm>
            <a:off x="4135245" y="25422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Subtitle:</a:t>
            </a:r>
            <a:br>
              <a:rPr lang="en-US" sz="1800" dirty="0"/>
            </a:br>
            <a:r>
              <a:rPr lang="en-US" sz="1800" dirty="0"/>
              <a:t>Data Analysis using Power BI &amp; Python</a:t>
            </a:r>
          </a:p>
        </p:txBody>
      </p:sp>
    </p:spTree>
    <p:extLst>
      <p:ext uri="{BB962C8B-B14F-4D97-AF65-F5344CB8AC3E}">
        <p14:creationId xmlns:p14="http://schemas.microsoft.com/office/powerpoint/2010/main" val="398506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Ola Ride Insights analyzes ride-sharing data to extract meaningful business insights.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 SQL, Power BI,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Python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ride patterns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 customer satisfaction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Optimize driver allocation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Identify revenue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missing values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dirty="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 dirty="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 dirty="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E206A6-E863-1567-DAA0-D5B6E7E674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5067" y="862956"/>
            <a:ext cx="8429602" cy="5842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" name="Google Shape;116;p2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2"/>
          <p:cNvGraphicFramePr/>
          <p:nvPr>
            <p:extLst>
              <p:ext uri="{D42A27DB-BD31-4B8C-83A1-F6EECF244321}">
                <p14:modId xmlns:p14="http://schemas.microsoft.com/office/powerpoint/2010/main" val="2917265223"/>
              </p:ext>
            </p:extLst>
          </p:nvPr>
        </p:nvGraphicFramePr>
        <p:xfrm>
          <a:off x="3574641" y="510194"/>
          <a:ext cx="8062325" cy="54864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19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sym typeface="Calibri"/>
                        </a:rPr>
                        <a:t>Vehicle Type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sym typeface="Calibri"/>
                        </a:rPr>
                        <a:t>Total Booking Value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sym typeface="Calibri"/>
                        </a:rPr>
                        <a:t>Success Booking Value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sym typeface="Calibri"/>
                        </a:rPr>
                        <a:t>Avg. Distance Travelled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chemeClr val="accent6"/>
                          </a:solidFill>
                          <a:sym typeface="Calibri"/>
                        </a:rPr>
                        <a:t>Total Distance Travelled</a:t>
                      </a:r>
                      <a:endParaRPr sz="1600" u="none" strike="noStrike" cap="none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 dirty="0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 dirty="0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ym typeface="Calibri"/>
                        </a:rPr>
                        <a:t>Prime Sedan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3.2L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2.6L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12.4 km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65K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ym typeface="Calibri"/>
                        </a:rPr>
                        <a:t>Prime SUV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2.8L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2.2L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14.8 km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52K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sym typeface="Calibri"/>
                        </a:rPr>
                        <a:t>Prime Plus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2.1L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1.7L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10.5 km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45K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sym typeface="Calibri"/>
                        </a:rPr>
                        <a:t>Mini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1.8L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1.5L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8.9 km 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42K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ym typeface="Calibri"/>
                        </a:rPr>
                        <a:t>Auto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1.1L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0.9L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5.4 km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22K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ym typeface="Calibri"/>
                        </a:rPr>
                        <a:t>Bike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0.8L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0.6L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6.7 km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15K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6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ym typeface="Calibri"/>
                        </a:rPr>
                        <a:t>E-Bike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0.4L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₹ 0.3L</a:t>
                      </a:r>
                      <a:endParaRPr lang="en-IN"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4.2 km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8K</a:t>
                      </a:r>
                      <a:endParaRPr sz="20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9" name="Google Shape;119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50035" y="900418"/>
            <a:ext cx="956874" cy="9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06480" y="1671650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descr="A car on a black background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47602" y="2169765"/>
            <a:ext cx="1191719" cy="1191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806480" y="3122920"/>
            <a:ext cx="855461" cy="8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99855" y="3957293"/>
            <a:ext cx="457234" cy="36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82231" y="4463891"/>
            <a:ext cx="722459" cy="72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 descr="A black background with a black square&#10;&#10;Description automatically generated with medium confidence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993784" y="5330636"/>
            <a:ext cx="457234" cy="457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7816A6-869C-CC3F-568F-0364E112D8E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74640" y="5966077"/>
            <a:ext cx="8062325" cy="722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4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C22DD1-E5B0-F00E-DE14-6EACF64377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Retrieve successful bookings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cancellations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&amp; driver insights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Revenue calculations</a:t>
            </a:r>
          </a:p>
        </p:txBody>
      </p:sp>
    </p:spTree>
    <p:extLst>
      <p:ext uri="{BB962C8B-B14F-4D97-AF65-F5344CB8AC3E}">
        <p14:creationId xmlns:p14="http://schemas.microsoft.com/office/powerpoint/2010/main" val="127640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Insights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Ride volume trends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Revenue by payment method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Ratings distribution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Cancellation reasons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4" descr="Scatterplo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 descr="Ca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 descr="Rupe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 descr="Crash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 descr="Rating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p4" descr="A white text on a black backgroun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4" descr="A yellow circle with black line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59A387-E844-B246-F035-8E4596B452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2984" y="0"/>
            <a:ext cx="9119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Peak demand hours identified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Pricing strategy optimization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behavior patterns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Improved operational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D0A3033-22A3-0DE5-D735-902D32E9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934484B6-3E2E-A4C5-A0A4-F5B28B2FDA7F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rgbClr val="262626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>
            <a:extLst>
              <a:ext uri="{FF2B5EF4-FFF2-40B4-BE49-F238E27FC236}">
                <a16:creationId xmlns:a16="http://schemas.microsoft.com/office/drawing/2014/main" id="{DB0C6232-D3F8-BF82-8707-9518AC19F0F9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rgbClr val="747474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>
            <a:extLst>
              <a:ext uri="{FF2B5EF4-FFF2-40B4-BE49-F238E27FC236}">
                <a16:creationId xmlns:a16="http://schemas.microsoft.com/office/drawing/2014/main" id="{5F463EBF-7433-0494-0F0E-483CC1B89D08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5" descr="Scatterplot with solid fill">
            <a:extLst>
              <a:ext uri="{FF2B5EF4-FFF2-40B4-BE49-F238E27FC236}">
                <a16:creationId xmlns:a16="http://schemas.microsoft.com/office/drawing/2014/main" id="{779C3BB2-9D08-87A6-CCBD-2651EF106C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31" y="1111763"/>
            <a:ext cx="732020" cy="7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5" descr="Car with solid fill">
            <a:extLst>
              <a:ext uri="{FF2B5EF4-FFF2-40B4-BE49-F238E27FC236}">
                <a16:creationId xmlns:a16="http://schemas.microsoft.com/office/drawing/2014/main" id="{43BE38AA-43EA-FDB1-B912-BB26126F6E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331" y="213859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" descr="Rupee with solid fill">
            <a:extLst>
              <a:ext uri="{FF2B5EF4-FFF2-40B4-BE49-F238E27FC236}">
                <a16:creationId xmlns:a16="http://schemas.microsoft.com/office/drawing/2014/main" id="{8BF4B378-7B99-E470-568A-D54CDBC7DCC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22" y="3431194"/>
            <a:ext cx="567128" cy="56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" descr="Crash with solid fill">
            <a:extLst>
              <a:ext uri="{FF2B5EF4-FFF2-40B4-BE49-F238E27FC236}">
                <a16:creationId xmlns:a16="http://schemas.microsoft.com/office/drawing/2014/main" id="{C6F495F6-D71E-39D7-05BB-2CFFD95178A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7343" y="423281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 descr="Rating with solid fill">
            <a:extLst>
              <a:ext uri="{FF2B5EF4-FFF2-40B4-BE49-F238E27FC236}">
                <a16:creationId xmlns:a16="http://schemas.microsoft.com/office/drawing/2014/main" id="{C7D641E0-4403-48D1-7BB9-CECDC9FDD3A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4886" y="555925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>
            <a:extLst>
              <a:ext uri="{FF2B5EF4-FFF2-40B4-BE49-F238E27FC236}">
                <a16:creationId xmlns:a16="http://schemas.microsoft.com/office/drawing/2014/main" id="{A8F25E2C-A11C-3B93-B47F-B18FFA35F067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5">
            <a:extLst>
              <a:ext uri="{FF2B5EF4-FFF2-40B4-BE49-F238E27FC236}">
                <a16:creationId xmlns:a16="http://schemas.microsoft.com/office/drawing/2014/main" id="{57C8A208-521F-0B10-CCFF-5582C78FC930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Vehicle Type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5">
            <a:extLst>
              <a:ext uri="{FF2B5EF4-FFF2-40B4-BE49-F238E27FC236}">
                <a16:creationId xmlns:a16="http://schemas.microsoft.com/office/drawing/2014/main" id="{C3B944D1-4C41-90E3-A041-3A5A9699591F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5">
            <a:extLst>
              <a:ext uri="{FF2B5EF4-FFF2-40B4-BE49-F238E27FC236}">
                <a16:creationId xmlns:a16="http://schemas.microsoft.com/office/drawing/2014/main" id="{B0880E78-C5A4-F35C-9EB1-A5B8E6D140DB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EAEAE"/>
                </a:solidFill>
                <a:latin typeface="Poppins"/>
                <a:ea typeface="Poppins"/>
                <a:cs typeface="Poppins"/>
                <a:sym typeface="Poppins"/>
              </a:rPr>
              <a:t>Cancellation</a:t>
            </a:r>
            <a:endParaRPr sz="2000">
              <a:solidFill>
                <a:srgbClr val="AEAE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5">
            <a:extLst>
              <a:ext uri="{FF2B5EF4-FFF2-40B4-BE49-F238E27FC236}">
                <a16:creationId xmlns:a16="http://schemas.microsoft.com/office/drawing/2014/main" id="{DB36142C-AD82-4E1E-1C3E-E778ABD00201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5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6031C689-E683-DE38-F251-CEBFFEAA847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9279" y="179363"/>
            <a:ext cx="1279161" cy="68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B0B46959-B64D-69FA-15F2-FA4446E0B2D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41778" y="-154924"/>
            <a:ext cx="1330237" cy="133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95F758-60B6-A617-1C7E-A054D69310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2984" y="0"/>
            <a:ext cx="911901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43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6A11DF-D8D8-7352-45F3-F5AEC6052848}"/>
              </a:ext>
            </a:extLst>
          </p:cNvPr>
          <p:cNvSpPr txBox="1"/>
          <p:nvPr/>
        </p:nvSpPr>
        <p:spPr>
          <a:xfrm>
            <a:off x="4637315" y="522514"/>
            <a:ext cx="24256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18DDD-0B0E-50B0-ACE4-A759D2147B2B}"/>
              </a:ext>
            </a:extLst>
          </p:cNvPr>
          <p:cNvSpPr txBox="1"/>
          <p:nvPr/>
        </p:nvSpPr>
        <p:spPr>
          <a:xfrm>
            <a:off x="1447800" y="1409581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study shows how ride data may be </a:t>
            </a:r>
            <a:r>
              <a:rPr lang="en-US" sz="2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into useful insights by using: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(Data Analysis)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(Visualization)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200" b="0" i="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enhances:</a:t>
            </a:r>
          </a:p>
          <a:p>
            <a:pPr algn="just"/>
            <a:endParaRPr lang="en-US" sz="2200" b="1" i="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Efficiency of operations</a:t>
            </a:r>
          </a:p>
          <a:p>
            <a:pPr algn="l"/>
            <a:r>
              <a:rPr lang="en-US" sz="2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Client contentment</a:t>
            </a:r>
          </a:p>
          <a:p>
            <a:pPr algn="l"/>
            <a:r>
              <a:rPr lang="en-US" sz="2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Optimization of revenue</a:t>
            </a:r>
          </a:p>
          <a:p>
            <a:pPr algn="l"/>
            <a:endParaRPr lang="en-US" sz="2200" dirty="0">
              <a:solidFill>
                <a:srgbClr val="1F1F1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demonstrates end-to-end analytics from raw data to business insights using modern data tools.</a:t>
            </a:r>
          </a:p>
          <a:p>
            <a:pPr algn="l"/>
            <a:endParaRPr lang="en-US" sz="2200" b="0" i="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272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290</Words>
  <Application>Microsoft Office PowerPoint</Application>
  <PresentationFormat>Widescreen</PresentationFormat>
  <Paragraphs>140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Poppins</vt:lpstr>
      <vt:lpstr>Arial</vt:lpstr>
      <vt:lpstr>Play</vt:lpstr>
      <vt:lpstr>Office Theme</vt:lpstr>
      <vt:lpstr>PowerPoint Presentation</vt:lpstr>
      <vt:lpstr>Project Overview</vt:lpstr>
      <vt:lpstr>Objectives</vt:lpstr>
      <vt:lpstr>Data Processing</vt:lpstr>
      <vt:lpstr>PowerPoint Presentation</vt:lpstr>
      <vt:lpstr>PowerPoint Presentation</vt:lpstr>
      <vt:lpstr>PowerPoint Presentation</vt:lpstr>
      <vt:lpstr>SQL Analysis</vt:lpstr>
      <vt:lpstr>Dashboard Insights</vt:lpstr>
      <vt:lpstr>PowerPoint Presentation</vt:lpstr>
      <vt:lpstr>Business Insights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Vishal Gajanan</dc:creator>
  <cp:lastModifiedBy>Nivedita Das</cp:lastModifiedBy>
  <cp:revision>1</cp:revision>
  <dcterms:created xsi:type="dcterms:W3CDTF">2024-10-05T18:58:27Z</dcterms:created>
  <dcterms:modified xsi:type="dcterms:W3CDTF">2026-04-20T15:20:05Z</dcterms:modified>
</cp:coreProperties>
</file>